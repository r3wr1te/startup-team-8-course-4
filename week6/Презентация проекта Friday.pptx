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80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0" userDrawn="1">
          <p15:clr>
            <a:srgbClr val="A4A3A4"/>
          </p15:clr>
        </p15:guide>
        <p15:guide id="2" pos="413" userDrawn="1">
          <p15:clr>
            <a:srgbClr val="A4A3A4"/>
          </p15:clr>
        </p15:guide>
        <p15:guide id="3" orient="horz" pos="200" userDrawn="1">
          <p15:clr>
            <a:srgbClr val="A4A3A4"/>
          </p15:clr>
        </p15:guide>
        <p15:guide id="4" pos="3408" userDrawn="1">
          <p15:clr>
            <a:srgbClr val="A4A3A4"/>
          </p15:clr>
        </p15:guide>
        <p15:guide id="5" pos="7261" userDrawn="1">
          <p15:clr>
            <a:srgbClr val="A4A3A4"/>
          </p15:clr>
        </p15:guide>
        <p15:guide id="6" pos="4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5DA6"/>
    <a:srgbClr val="498BCD"/>
    <a:srgbClr val="8AE7EE"/>
    <a:srgbClr val="FFFFFF"/>
    <a:srgbClr val="80DAE6"/>
    <a:srgbClr val="0498BB"/>
    <a:srgbClr val="00A0CB"/>
    <a:srgbClr val="51E4F3"/>
    <a:srgbClr val="C0F6FF"/>
    <a:srgbClr val="8BE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10" y="108"/>
      </p:cViewPr>
      <p:guideLst>
        <p:guide orient="horz" pos="4120"/>
        <p:guide pos="413"/>
        <p:guide orient="horz" pos="200"/>
        <p:guide pos="3408"/>
        <p:guide pos="7261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ирилл Цыганов" userId="7bb3b0e9bd48548d" providerId="LiveId" clId="{4C4D08CA-672B-4C09-9FA7-62467B85F835}"/>
    <pc:docChg chg="undo custSel addSld delSld modSld delMainMaster">
      <pc:chgData name="Кирилл Цыганов" userId="7bb3b0e9bd48548d" providerId="LiveId" clId="{4C4D08CA-672B-4C09-9FA7-62467B85F835}" dt="2026-10-07T15:41:51.887" v="183" actId="20577"/>
      <pc:docMkLst>
        <pc:docMk/>
      </pc:docMkLst>
      <pc:sldChg chg="delSp modSp mod">
        <pc:chgData name="Кирилл Цыганов" userId="7bb3b0e9bd48548d" providerId="LiveId" clId="{4C4D08CA-672B-4C09-9FA7-62467B85F835}" dt="2026-10-07T15:41:51.887" v="183" actId="20577"/>
        <pc:sldMkLst>
          <pc:docMk/>
          <pc:sldMk cId="0" sldId="257"/>
        </pc:sldMkLst>
        <pc:spChg chg="mod">
          <ac:chgData name="Кирилл Цыганов" userId="7bb3b0e9bd48548d" providerId="LiveId" clId="{4C4D08CA-672B-4C09-9FA7-62467B85F835}" dt="2026-10-07T14:46:32.262" v="0" actId="20577"/>
          <ac:spMkLst>
            <pc:docMk/>
            <pc:sldMk cId="0" sldId="257"/>
            <ac:spMk id="17" creationId="{00000000-0000-0000-0000-000000000000}"/>
          </ac:spMkLst>
        </pc:spChg>
        <pc:spChg chg="del">
          <ac:chgData name="Кирилл Цыганов" userId="7bb3b0e9bd48548d" providerId="LiveId" clId="{4C4D08CA-672B-4C09-9FA7-62467B85F835}" dt="2026-10-07T15:06:17.506" v="1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06:21.315" v="2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06:29.034" v="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41:51.887" v="183" actId="20577"/>
          <ac:spMkLst>
            <pc:docMk/>
            <pc:sldMk cId="0" sldId="257"/>
            <ac:spMk id="21" creationId="{00000000-0000-0000-0000-000000000000}"/>
          </ac:spMkLst>
        </pc:spChg>
        <pc:picChg chg="mod">
          <ac:chgData name="Кирилл Цыганов" userId="7bb3b0e9bd48548d" providerId="LiveId" clId="{4C4D08CA-672B-4C09-9FA7-62467B85F835}" dt="2026-10-07T15:06:37.568" v="6" actId="1076"/>
          <ac:picMkLst>
            <pc:docMk/>
            <pc:sldMk cId="0" sldId="257"/>
            <ac:picMk id="25" creationId="{00000000-0000-0000-0000-000000000000}"/>
          </ac:picMkLst>
        </pc:picChg>
      </pc:sldChg>
      <pc:sldChg chg="del">
        <pc:chgData name="Кирилл Цыганов" userId="7bb3b0e9bd48548d" providerId="LiveId" clId="{4C4D08CA-672B-4C09-9FA7-62467B85F835}" dt="2026-10-07T15:09:21.003" v="30" actId="2696"/>
        <pc:sldMkLst>
          <pc:docMk/>
          <pc:sldMk cId="0" sldId="258"/>
        </pc:sldMkLst>
      </pc:sldChg>
      <pc:sldChg chg="modSp mod">
        <pc:chgData name="Кирилл Цыганов" userId="7bb3b0e9bd48548d" providerId="LiveId" clId="{4C4D08CA-672B-4C09-9FA7-62467B85F835}" dt="2026-10-07T15:36:53.393" v="94" actId="20577"/>
        <pc:sldMkLst>
          <pc:docMk/>
          <pc:sldMk cId="0" sldId="259"/>
        </pc:sldMkLst>
        <pc:spChg chg="mod">
          <ac:chgData name="Кирилл Цыганов" userId="7bb3b0e9bd48548d" providerId="LiveId" clId="{4C4D08CA-672B-4C09-9FA7-62467B85F835}" dt="2026-10-07T15:36:53.393" v="94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08:06.797" v="29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9:38.977" v="83" actId="20577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Кирилл Цыганов" userId="7bb3b0e9bd48548d" providerId="LiveId" clId="{4C4D08CA-672B-4C09-9FA7-62467B85F835}" dt="2026-10-07T15:36:58.845" v="96" actId="20577"/>
        <pc:sldMkLst>
          <pc:docMk/>
          <pc:sldMk cId="0" sldId="260"/>
        </pc:sldMkLst>
        <pc:spChg chg="mod">
          <ac:chgData name="Кирилл Цыганов" userId="7bb3b0e9bd48548d" providerId="LiveId" clId="{4C4D08CA-672B-4C09-9FA7-62467B85F835}" dt="2026-10-07T15:11:09.701" v="35" actId="1076"/>
          <ac:spMkLst>
            <pc:docMk/>
            <pc:sldMk cId="0" sldId="260"/>
            <ac:spMk id="38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1:11.543" v="36" actId="107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36:58.845" v="96" actId="20577"/>
          <ac:spMkLst>
            <pc:docMk/>
            <pc:sldMk cId="0" sldId="260"/>
            <ac:spMk id="42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9:45.012" v="85" actId="20577"/>
          <ac:spMkLst>
            <pc:docMk/>
            <pc:sldMk cId="0" sldId="260"/>
            <ac:spMk id="43" creationId="{00000000-0000-0000-0000-000000000000}"/>
          </ac:spMkLst>
        </pc:spChg>
      </pc:sldChg>
      <pc:sldChg chg="modSp mod">
        <pc:chgData name="Кирилл Цыганов" userId="7bb3b0e9bd48548d" providerId="LiveId" clId="{4C4D08CA-672B-4C09-9FA7-62467B85F835}" dt="2026-10-07T15:37:03.201" v="98" actId="20577"/>
        <pc:sldMkLst>
          <pc:docMk/>
          <pc:sldMk cId="0" sldId="261"/>
        </pc:sldMkLst>
        <pc:spChg chg="mod">
          <ac:chgData name="Кирилл Цыганов" userId="7bb3b0e9bd48548d" providerId="LiveId" clId="{4C4D08CA-672B-4C09-9FA7-62467B85F835}" dt="2026-10-07T15:20:09.257" v="87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37:03.201" v="98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2:10.819" v="67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2:16.044" v="68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1:23.914" v="37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2:19.554" v="69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12:31.947" v="81" actId="14100"/>
          <ac:spMkLst>
            <pc:docMk/>
            <pc:sldMk cId="0" sldId="261"/>
            <ac:spMk id="21" creationId="{00000000-0000-0000-0000-000000000000}"/>
          </ac:spMkLst>
        </pc:spChg>
      </pc:sldChg>
      <pc:sldChg chg="delSp modSp add del mod">
        <pc:chgData name="Кирилл Цыганов" userId="7bb3b0e9bd48548d" providerId="LiveId" clId="{4C4D08CA-672B-4C09-9FA7-62467B85F835}" dt="2026-10-07T15:41:16.962" v="182" actId="14100"/>
        <pc:sldMkLst>
          <pc:docMk/>
          <pc:sldMk cId="0" sldId="262"/>
        </pc:sldMkLst>
        <pc:spChg chg="mod">
          <ac:chgData name="Кирилл Цыганов" userId="7bb3b0e9bd48548d" providerId="LiveId" clId="{4C4D08CA-672B-4C09-9FA7-62467B85F835}" dt="2026-10-07T15:37:45.981" v="103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37:07.599" v="100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41:09.933" v="180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41:16.962" v="182" actId="14100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Кирилл Цыганов" userId="7bb3b0e9bd48548d" providerId="LiveId" clId="{4C4D08CA-672B-4C09-9FA7-62467B85F835}" dt="2026-10-07T15:38:59.798" v="114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Кирилл Цыганов" userId="7bb3b0e9bd48548d" providerId="LiveId" clId="{4C4D08CA-672B-4C09-9FA7-62467B85F835}" dt="2026-10-07T15:40:27.949" v="166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Кирилл Цыганов" userId="7bb3b0e9bd48548d" providerId="LiveId" clId="{4C4D08CA-672B-4C09-9FA7-62467B85F835}" dt="2026-10-07T15:40:31.084" v="169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Кирилл Цыганов" userId="7bb3b0e9bd48548d" providerId="LiveId" clId="{4C4D08CA-672B-4C09-9FA7-62467B85F835}" dt="2026-10-07T15:40:30.535" v="168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Кирилл Цыганов" userId="7bb3b0e9bd48548d" providerId="LiveId" clId="{4C4D08CA-672B-4C09-9FA7-62467B85F835}" dt="2026-10-07T15:40:29.494" v="167" actId="478"/>
          <ac:spMkLst>
            <pc:docMk/>
            <pc:sldMk cId="0" sldId="262"/>
            <ac:spMk id="20" creationId="{00000000-0000-0000-0000-000000000000}"/>
          </ac:spMkLst>
        </pc:spChg>
      </pc:sldChg>
      <pc:sldChg chg="del">
        <pc:chgData name="Кирилл Цыганов" userId="7bb3b0e9bd48548d" providerId="LiveId" clId="{4C4D08CA-672B-4C09-9FA7-62467B85F835}" dt="2026-10-07T15:10:06.842" v="33" actId="2696"/>
        <pc:sldMkLst>
          <pc:docMk/>
          <pc:sldMk cId="0" sldId="275"/>
        </pc:sldMkLst>
      </pc:sldChg>
      <pc:sldChg chg="modSp mod">
        <pc:chgData name="Кирилл Цыганов" userId="7bb3b0e9bd48548d" providerId="LiveId" clId="{4C4D08CA-672B-4C09-9FA7-62467B85F835}" dt="2026-10-07T15:07:11.163" v="11" actId="12"/>
        <pc:sldMkLst>
          <pc:docMk/>
          <pc:sldMk cId="0" sldId="280"/>
        </pc:sldMkLst>
        <pc:spChg chg="mod">
          <ac:chgData name="Кирилл Цыганов" userId="7bb3b0e9bd48548d" providerId="LiveId" clId="{4C4D08CA-672B-4C09-9FA7-62467B85F835}" dt="2026-10-07T15:07:00.933" v="7" actId="12"/>
          <ac:spMkLst>
            <pc:docMk/>
            <pc:sldMk cId="0" sldId="280"/>
            <ac:spMk id="31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07:03.119" v="8" actId="12"/>
          <ac:spMkLst>
            <pc:docMk/>
            <pc:sldMk cId="0" sldId="280"/>
            <ac:spMk id="32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07:06.078" v="9" actId="12"/>
          <ac:spMkLst>
            <pc:docMk/>
            <pc:sldMk cId="0" sldId="280"/>
            <ac:spMk id="33" creationId="{00000000-0000-0000-0000-000000000000}"/>
          </ac:spMkLst>
        </pc:spChg>
        <pc:spChg chg="mod">
          <ac:chgData name="Кирилл Цыганов" userId="7bb3b0e9bd48548d" providerId="LiveId" clId="{4C4D08CA-672B-4C09-9FA7-62467B85F835}" dt="2026-10-07T15:07:11.163" v="11" actId="12"/>
          <ac:spMkLst>
            <pc:docMk/>
            <pc:sldMk cId="0" sldId="280"/>
            <ac:spMk id="34" creationId="{00000000-0000-0000-0000-000000000000}"/>
          </ac:spMkLst>
        </pc:spChg>
      </pc:sldChg>
      <pc:sldChg chg="del">
        <pc:chgData name="Кирилл Цыганов" userId="7bb3b0e9bd48548d" providerId="LiveId" clId="{4C4D08CA-672B-4C09-9FA7-62467B85F835}" dt="2026-10-07T15:22:11.913" v="90" actId="47"/>
        <pc:sldMkLst>
          <pc:docMk/>
          <pc:sldMk cId="0" sldId="283"/>
        </pc:sldMkLst>
      </pc:sldChg>
      <pc:sldMasterChg chg="del delSldLayout">
        <pc:chgData name="Кирилл Цыганов" userId="7bb3b0e9bd48548d" providerId="LiveId" clId="{4C4D08CA-672B-4C09-9FA7-62467B85F835}" dt="2026-10-07T15:22:11.913" v="90" actId="47"/>
        <pc:sldMasterMkLst>
          <pc:docMk/>
          <pc:sldMasterMk cId="0" sldId="2147483660"/>
        </pc:sldMasterMkLst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1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2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3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4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5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6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7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8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69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70"/>
          </pc:sldLayoutMkLst>
        </pc:sldLayoutChg>
        <pc:sldLayoutChg chg="del">
          <pc:chgData name="Кирилл Цыганов" userId="7bb3b0e9bd48548d" providerId="LiveId" clId="{4C4D08CA-672B-4C09-9FA7-62467B85F835}" dt="2026-10-07T15:22:11.913" v="90" actId="47"/>
          <pc:sldLayoutMkLst>
            <pc:docMk/>
            <pc:sldMasterMk cId="0" sldId="2147483660"/>
            <pc:sldLayoutMk cId="0" sldId="2147483671"/>
          </pc:sldLayoutMkLst>
        </pc:sldLayoutChg>
      </pc:sldMasterChg>
    </pc:docChg>
  </pc:docChgLst>
  <pc:docChgLst>
    <pc:chgData name="Кирилл Цыганов" userId="7bb3b0e9bd48548d" providerId="LiveId" clId="{19001D7A-5F68-4DB1-B8D1-C6520501426C}"/>
    <pc:docChg chg="undo custSel addSld delSld modSld">
      <pc:chgData name="Кирилл Цыганов" userId="7bb3b0e9bd48548d" providerId="LiveId" clId="{19001D7A-5F68-4DB1-B8D1-C6520501426C}" dt="2026-10-02T00:09:18.679" v="1705" actId="1076"/>
      <pc:docMkLst>
        <pc:docMk/>
      </pc:docMkLst>
      <pc:sldChg chg="addSp delSp modSp mod">
        <pc:chgData name="Кирилл Цыганов" userId="7bb3b0e9bd48548d" providerId="LiveId" clId="{19001D7A-5F68-4DB1-B8D1-C6520501426C}" dt="2026-09-29T23:12:25.177" v="108" actId="20577"/>
        <pc:sldMkLst>
          <pc:docMk/>
          <pc:sldMk cId="0" sldId="257"/>
        </pc:sldMkLst>
        <pc:spChg chg="mod">
          <ac:chgData name="Кирилл Цыганов" userId="7bb3b0e9bd48548d" providerId="LiveId" clId="{19001D7A-5F68-4DB1-B8D1-C6520501426C}" dt="2026-09-29T23:09:28.799" v="9"/>
          <ac:spMkLst>
            <pc:docMk/>
            <pc:sldMk cId="0" sldId="257"/>
            <ac:spMk id="19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09-29T23:09:57.601" v="12"/>
          <ac:spMkLst>
            <pc:docMk/>
            <pc:sldMk cId="0" sldId="257"/>
            <ac:spMk id="20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09-29T23:12:25.177" v="108" actId="20577"/>
          <ac:spMkLst>
            <pc:docMk/>
            <pc:sldMk cId="0" sldId="257"/>
            <ac:spMk id="21" creationId="{00000000-0000-0000-0000-000000000000}"/>
          </ac:spMkLst>
        </pc:spChg>
        <pc:picChg chg="mod">
          <ac:chgData name="Кирилл Цыганов" userId="7bb3b0e9bd48548d" providerId="LiveId" clId="{19001D7A-5F68-4DB1-B8D1-C6520501426C}" dt="2026-09-29T23:09:33.771" v="11" actId="1076"/>
          <ac:picMkLst>
            <pc:docMk/>
            <pc:sldMk cId="0" sldId="257"/>
            <ac:picMk id="25" creationId="{00000000-0000-0000-0000-000000000000}"/>
          </ac:picMkLst>
        </pc:picChg>
      </pc:sldChg>
      <pc:sldChg chg="addSp delSp modSp mod">
        <pc:chgData name="Кирилл Цыганов" userId="7bb3b0e9bd48548d" providerId="LiveId" clId="{19001D7A-5F68-4DB1-B8D1-C6520501426C}" dt="2026-10-01T03:21:56.015" v="988" actId="20577"/>
        <pc:sldMkLst>
          <pc:docMk/>
          <pc:sldMk cId="0" sldId="259"/>
        </pc:sldMkLst>
        <pc:spChg chg="mod">
          <ac:chgData name="Кирилл Цыганов" userId="7bb3b0e9bd48548d" providerId="LiveId" clId="{19001D7A-5F68-4DB1-B8D1-C6520501426C}" dt="2026-10-01T03:17:34.902" v="911" actId="20577"/>
          <ac:spMkLst>
            <pc:docMk/>
            <pc:sldMk cId="0" sldId="259"/>
            <ac:spMk id="16" creationId="{00000000-0000-0000-0000-000000000000}"/>
          </ac:spMkLst>
        </pc:spChg>
        <pc:graphicFrameChg chg="add mod modGraphic">
          <ac:chgData name="Кирилл Цыганов" userId="7bb3b0e9bd48548d" providerId="LiveId" clId="{19001D7A-5F68-4DB1-B8D1-C6520501426C}" dt="2026-10-01T03:21:56.015" v="988" actId="20577"/>
          <ac:graphicFrameMkLst>
            <pc:docMk/>
            <pc:sldMk cId="0" sldId="259"/>
            <ac:graphicFrameMk id="4" creationId="{E864CD2B-ADC4-A5F4-C345-66749EB90B2A}"/>
          </ac:graphicFrameMkLst>
        </pc:graphicFrameChg>
      </pc:sldChg>
      <pc:sldChg chg="addSp delSp modSp mod">
        <pc:chgData name="Кирилл Цыганов" userId="7bb3b0e9bd48548d" providerId="LiveId" clId="{19001D7A-5F68-4DB1-B8D1-C6520501426C}" dt="2026-10-01T21:40:10.894" v="1096" actId="14100"/>
        <pc:sldMkLst>
          <pc:docMk/>
          <pc:sldMk cId="0" sldId="260"/>
        </pc:sldMkLst>
        <pc:spChg chg="add mod">
          <ac:chgData name="Кирилл Цыганов" userId="7bb3b0e9bd48548d" providerId="LiveId" clId="{19001D7A-5F68-4DB1-B8D1-C6520501426C}" dt="2026-10-01T13:42:39.852" v="1031" actId="1076"/>
          <ac:spMkLst>
            <pc:docMk/>
            <pc:sldMk cId="0" sldId="260"/>
            <ac:spMk id="7" creationId="{C4092A45-DCE7-3C32-9D2C-BAC870A26682}"/>
          </ac:spMkLst>
        </pc:spChg>
        <pc:spChg chg="add mod">
          <ac:chgData name="Кирилл Цыганов" userId="7bb3b0e9bd48548d" providerId="LiveId" clId="{19001D7A-5F68-4DB1-B8D1-C6520501426C}" dt="2026-10-01T13:56:53.454" v="1046" actId="14100"/>
          <ac:spMkLst>
            <pc:docMk/>
            <pc:sldMk cId="0" sldId="260"/>
            <ac:spMk id="9" creationId="{447F769D-BEB2-F939-F733-9651CFED6FF2}"/>
          </ac:spMkLst>
        </pc:spChg>
        <pc:spChg chg="add mod">
          <ac:chgData name="Кирилл Цыганов" userId="7bb3b0e9bd48548d" providerId="LiveId" clId="{19001D7A-5F68-4DB1-B8D1-C6520501426C}" dt="2026-10-01T13:56:57.970" v="1047" actId="1076"/>
          <ac:spMkLst>
            <pc:docMk/>
            <pc:sldMk cId="0" sldId="260"/>
            <ac:spMk id="12" creationId="{99E22B5F-E658-ED16-A25D-204B12BB8057}"/>
          </ac:spMkLst>
        </pc:spChg>
        <pc:spChg chg="mod">
          <ac:chgData name="Кирилл Цыганов" userId="7bb3b0e9bd48548d" providerId="LiveId" clId="{19001D7A-5F68-4DB1-B8D1-C6520501426C}" dt="2026-10-01T21:39:41.082" v="1091" actId="103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1:40:10.894" v="1096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13:56:13.914" v="1041" actId="107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1:38:37.628" v="1069" actId="1076"/>
          <ac:spMkLst>
            <pc:docMk/>
            <pc:sldMk cId="0" sldId="260"/>
            <ac:spMk id="38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1:38:52.932" v="1072" actId="14100"/>
          <ac:spMkLst>
            <pc:docMk/>
            <pc:sldMk cId="0" sldId="260"/>
            <ac:spMk id="39" creationId="{00000000-0000-0000-0000-000000000000}"/>
          </ac:spMkLst>
        </pc:spChg>
      </pc:sldChg>
      <pc:sldChg chg="addSp delSp modSp mod">
        <pc:chgData name="Кирилл Цыганов" userId="7bb3b0e9bd48548d" providerId="LiveId" clId="{19001D7A-5F68-4DB1-B8D1-C6520501426C}" dt="2026-10-01T22:25:11.485" v="1222" actId="113"/>
        <pc:sldMkLst>
          <pc:docMk/>
          <pc:sldMk cId="0" sldId="261"/>
        </pc:sldMkLst>
        <pc:spChg chg="mod">
          <ac:chgData name="Кирилл Цыганов" userId="7bb3b0e9bd48548d" providerId="LiveId" clId="{19001D7A-5F68-4DB1-B8D1-C6520501426C}" dt="2026-10-01T22:24:47.814" v="1216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11.360" v="1199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11.360" v="1199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25:11.485" v="1222" actId="11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33.324" v="1203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20.027" v="1200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20.027" v="1200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33.324" v="1203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22:18:01.157" v="1196" actId="1076"/>
          <ac:spMkLst>
            <pc:docMk/>
            <pc:sldMk cId="0" sldId="261"/>
            <ac:spMk id="31" creationId="{00000000-0000-0000-0000-000000000000}"/>
          </ac:spMkLst>
        </pc:spChg>
        <pc:picChg chg="mod">
          <ac:chgData name="Кирилл Цыганов" userId="7bb3b0e9bd48548d" providerId="LiveId" clId="{19001D7A-5F68-4DB1-B8D1-C6520501426C}" dt="2026-10-01T22:18:27.200" v="1202" actId="14100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Кирилл Цыганов" userId="7bb3b0e9bd48548d" providerId="LiveId" clId="{19001D7A-5F68-4DB1-B8D1-C6520501426C}" dt="2026-10-01T22:18:01.157" v="1196" actId="1076"/>
          <ac:picMkLst>
            <pc:docMk/>
            <pc:sldMk cId="0" sldId="261"/>
            <ac:picMk id="12" creationId="{B8907D6F-2C49-A1B1-2B92-83A5AA93268B}"/>
          </ac:picMkLst>
        </pc:picChg>
        <pc:picChg chg="add del mod">
          <ac:chgData name="Кирилл Цыганов" userId="7bb3b0e9bd48548d" providerId="LiveId" clId="{19001D7A-5F68-4DB1-B8D1-C6520501426C}" dt="2026-10-01T22:10:38.359" v="1116" actId="1076"/>
          <ac:picMkLst>
            <pc:docMk/>
            <pc:sldMk cId="0" sldId="261"/>
            <ac:picMk id="36" creationId="{00000000-0000-0000-0000-000000000000}"/>
          </ac:picMkLst>
        </pc:picChg>
        <pc:picChg chg="mod">
          <ac:chgData name="Кирилл Цыганов" userId="7bb3b0e9bd48548d" providerId="LiveId" clId="{19001D7A-5F68-4DB1-B8D1-C6520501426C}" dt="2026-10-01T15:13:57.010" v="1062" actId="1038"/>
          <ac:picMkLst>
            <pc:docMk/>
            <pc:sldMk cId="0" sldId="261"/>
            <ac:picMk id="38" creationId="{00000000-0000-0000-0000-000000000000}"/>
          </ac:picMkLst>
        </pc:picChg>
      </pc:sldChg>
      <pc:sldChg chg="delSp modSp mod">
        <pc:chgData name="Кирилл Цыганов" userId="7bb3b0e9bd48548d" providerId="LiveId" clId="{19001D7A-5F68-4DB1-B8D1-C6520501426C}" dt="2026-10-01T22:48:40.082" v="1276" actId="20577"/>
        <pc:sldMkLst>
          <pc:docMk/>
          <pc:sldMk cId="0" sldId="262"/>
        </pc:sldMkLst>
        <pc:spChg chg="mod">
          <ac:chgData name="Кирилл Цыганов" userId="7bb3b0e9bd48548d" providerId="LiveId" clId="{19001D7A-5F68-4DB1-B8D1-C6520501426C}" dt="2026-10-01T22:42:10.506" v="1230" actId="20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Кирилл Цыганов" userId="7bb3b0e9bd48548d" providerId="LiveId" clId="{19001D7A-5F68-4DB1-B8D1-C6520501426C}" dt="2026-10-02T00:09:18.679" v="1705" actId="1076"/>
        <pc:sldMkLst>
          <pc:docMk/>
          <pc:sldMk cId="0" sldId="263"/>
        </pc:sldMkLst>
        <pc:spChg chg="mod">
          <ac:chgData name="Кирилл Цыганов" userId="7bb3b0e9bd48548d" providerId="LiveId" clId="{19001D7A-5F68-4DB1-B8D1-C6520501426C}" dt="2026-10-02T00:08:57.041" v="1700" actId="1410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2T00:09:09.289" v="1703" actId="207"/>
          <ac:spMkLst>
            <pc:docMk/>
            <pc:sldMk cId="0" sldId="263"/>
            <ac:spMk id="23" creationId="{00000000-0000-0000-0000-000000000000}"/>
          </ac:spMkLst>
        </pc:spChg>
        <pc:picChg chg="mod">
          <ac:chgData name="Кирилл Цыганов" userId="7bb3b0e9bd48548d" providerId="LiveId" clId="{19001D7A-5F68-4DB1-B8D1-C6520501426C}" dt="2026-10-02T00:09:18.679" v="1705" actId="1076"/>
          <ac:picMkLst>
            <pc:docMk/>
            <pc:sldMk cId="0" sldId="263"/>
            <ac:picMk id="34" creationId="{00000000-0000-0000-0000-000000000000}"/>
          </ac:picMkLst>
        </pc:picChg>
        <pc:picChg chg="mod">
          <ac:chgData name="Кирилл Цыганов" userId="7bb3b0e9bd48548d" providerId="LiveId" clId="{19001D7A-5F68-4DB1-B8D1-C6520501426C}" dt="2026-10-01T22:24:33.335" v="1212" actId="1076"/>
          <ac:picMkLst>
            <pc:docMk/>
            <pc:sldMk cId="0" sldId="263"/>
            <ac:picMk id="36" creationId="{00000000-0000-0000-0000-000000000000}"/>
          </ac:picMkLst>
        </pc:picChg>
      </pc:sldChg>
      <pc:sldChg chg="addSp delSp modSp mod">
        <pc:chgData name="Кирилл Цыганов" userId="7bb3b0e9bd48548d" providerId="LiveId" clId="{19001D7A-5F68-4DB1-B8D1-C6520501426C}" dt="2026-10-01T01:11:35.644" v="562"/>
        <pc:sldMkLst>
          <pc:docMk/>
          <pc:sldMk cId="0" sldId="280"/>
        </pc:sldMkLst>
        <pc:spChg chg="mod">
          <ac:chgData name="Кирилл Цыганов" userId="7bb3b0e9bd48548d" providerId="LiveId" clId="{19001D7A-5F68-4DB1-B8D1-C6520501426C}" dt="2026-10-01T00:59:26.412" v="553" actId="1076"/>
          <ac:spMkLst>
            <pc:docMk/>
            <pc:sldMk cId="0" sldId="280"/>
            <ac:spMk id="31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00:59:43.593" v="554"/>
          <ac:spMkLst>
            <pc:docMk/>
            <pc:sldMk cId="0" sldId="280"/>
            <ac:spMk id="32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01:00:06.772" v="559" actId="1076"/>
          <ac:spMkLst>
            <pc:docMk/>
            <pc:sldMk cId="0" sldId="280"/>
            <ac:spMk id="33" creationId="{00000000-0000-0000-0000-000000000000}"/>
          </ac:spMkLst>
        </pc:spChg>
        <pc:spChg chg="mod">
          <ac:chgData name="Кирилл Цыганов" userId="7bb3b0e9bd48548d" providerId="LiveId" clId="{19001D7A-5F68-4DB1-B8D1-C6520501426C}" dt="2026-10-01T01:11:35.644" v="562"/>
          <ac:spMkLst>
            <pc:docMk/>
            <pc:sldMk cId="0" sldId="280"/>
            <ac:spMk id="3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7D5C6-6DF1-4E4A-B5AC-CCAA103464DA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61D6E-31B1-4E22-A3EE-8FA87E806B4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www.google.com/url?sa=E&amp;q=mailto%3Akirill.tsyganov%40gmail.com" TargetMode="External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299" cy="6858000"/>
          </a:xfr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20" y="-254134"/>
            <a:ext cx="5979377" cy="2541947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283" y="1153438"/>
            <a:ext cx="8966710" cy="6858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503" y="4678679"/>
            <a:ext cx="763437" cy="776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27796" y="491474"/>
            <a:ext cx="82059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Федеральное государственное бюджетное образовательное учреждение высшего образования "МИРЭА - Российский технологический университет"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720" y="1786806"/>
            <a:ext cx="491781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9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РТУ МИРЭА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33" y="2794412"/>
            <a:ext cx="4597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Наименование проекта: Аппаратно-программная экосистема интеллектуального голосового помощника «</a:t>
            </a:r>
            <a:r>
              <a:rPr lang="ru-RU" sz="1600" dirty="0" err="1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Friday</a:t>
            </a:r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32" y="3823544"/>
            <a:ext cx="459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Цыганов Кирилл Андреевич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931" y="4324614"/>
            <a:ext cx="4597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Институт перспективных технологий и индустриального программирования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" y="0"/>
            <a:ext cx="12188238" cy="6858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28" y="2790954"/>
            <a:ext cx="4908232" cy="377018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155" y="2786064"/>
            <a:ext cx="4908232" cy="3775074"/>
          </a:xfrm>
          <a:prstGeom prst="rect">
            <a:avLst/>
          </a:prstGeom>
        </p:spPr>
      </p:pic>
      <p:sp>
        <p:nvSpPr>
          <p:cNvPr id="35" name="Прямоугольник: скругленные углы 34"/>
          <p:cNvSpPr/>
          <p:nvPr/>
        </p:nvSpPr>
        <p:spPr>
          <a:xfrm>
            <a:off x="990085" y="3136457"/>
            <a:ext cx="1616863" cy="415498"/>
          </a:xfrm>
          <a:prstGeom prst="roundRect">
            <a:avLst>
              <a:gd name="adj" fmla="val 18501"/>
            </a:avLst>
          </a:prstGeom>
          <a:solidFill>
            <a:srgbClr val="355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Прямоугольник: скругленные углы 35"/>
          <p:cNvSpPr/>
          <p:nvPr/>
        </p:nvSpPr>
        <p:spPr>
          <a:xfrm>
            <a:off x="6280985" y="3144122"/>
            <a:ext cx="985276" cy="415498"/>
          </a:xfrm>
          <a:prstGeom prst="roundRect">
            <a:avLst>
              <a:gd name="adj" fmla="val 18501"/>
            </a:avLst>
          </a:prstGeom>
          <a:solidFill>
            <a:srgbClr val="049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11189970" y="6253290"/>
            <a:ext cx="4914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081" y="3142997"/>
            <a:ext cx="15712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Проблема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4545" y="3144122"/>
            <a:ext cx="8424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Цель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862" y="1744345"/>
            <a:ext cx="702075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01. ПРОБЛЕМА И ЦЕЛЬ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696" y="3700631"/>
            <a:ext cx="4281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Существующие голосовые ассистенты выполняют только базовые команды на одном устройстве и не способны управлять сторонними программами.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696" y="4654738"/>
            <a:ext cx="4281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Системы управления компьютером на базе нейросетей ориентированы на разработчиков, требуют сложной настройки и не имеют голосового интерфейса.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695" y="5588898"/>
            <a:ext cx="4281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На рынке нет решений, позволяющих через единый голосовой интерфейс управлять сразу несколькими устройствами (ПК, телефон, робототехника) в общей сети.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3541" y="3784745"/>
            <a:ext cx="401201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Создать распределенную систему ассистента </a:t>
            </a:r>
            <a:r>
              <a:rPr lang="ru-RU" sz="1650" dirty="0" err="1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Friday</a:t>
            </a:r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, объединяющую голосовое управление реального времени с координацией рабочей среды: от ПК и смартфонов до робототехнических платформ.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736" y="189212"/>
            <a:ext cx="2838467" cy="242395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809" y="930885"/>
            <a:ext cx="976366" cy="105845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23" y="352405"/>
            <a:ext cx="558862" cy="67317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042" y="-289112"/>
            <a:ext cx="842431" cy="578224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4472">
            <a:off x="11630337" y="4453230"/>
            <a:ext cx="729074" cy="731169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13006">
            <a:off x="-272154" y="5782734"/>
            <a:ext cx="544305" cy="5458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" y="0"/>
            <a:ext cx="1219035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89970" y="6253290"/>
            <a:ext cx="4914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03</a:t>
            </a:r>
          </a:p>
        </p:txBody>
      </p:sp>
      <p:sp>
        <p:nvSpPr>
          <p:cNvPr id="18" name="Прямоугольник: скругленные углы 17"/>
          <p:cNvSpPr/>
          <p:nvPr/>
        </p:nvSpPr>
        <p:spPr>
          <a:xfrm>
            <a:off x="623888" y="1354238"/>
            <a:ext cx="10944225" cy="4709840"/>
          </a:xfrm>
          <a:prstGeom prst="roundRect">
            <a:avLst>
              <a:gd name="adj" fmla="val 23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270" y="4120235"/>
            <a:ext cx="403490" cy="40525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520" y="6379879"/>
            <a:ext cx="1038968" cy="7398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2961" y="1579287"/>
            <a:ext cx="102787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OpenAI ChatGPT Voice и Google Gemini Live: Обеспечивают живой голосовой диалог, но изолированы внутри своих приложений. Они не имеют прямого доступа к процессам операционных систем.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Anthropic</a:t>
            </a: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 </a:t>
            </a:r>
            <a:r>
              <a:rPr lang="ru-RU" sz="1600" dirty="0" err="1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Claude</a:t>
            </a: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 Computer </a:t>
            </a:r>
            <a:r>
              <a:rPr lang="ru-RU" sz="1600" dirty="0" err="1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Use</a:t>
            </a: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 и Microsoft </a:t>
            </a:r>
            <a:r>
              <a:rPr lang="ru-RU" sz="1600" dirty="0" err="1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Copilot</a:t>
            </a: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: Способны выполнять действия на рабочем столе и работать с кодом, но лишены речевого интерфейса реального времени, имеют высокую задержку отклика и сложны во внедрении.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Экосистема </a:t>
            </a:r>
            <a:r>
              <a:rPr lang="ru-RU" sz="1600" dirty="0" err="1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Friday</a:t>
            </a:r>
            <a:r>
              <a:rPr lang="ru-RU" sz="1600" dirty="0">
                <a:solidFill>
                  <a:srgbClr val="498BCD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: Объединяет потоковый речевой интерфейс с фоновым выполнением системных сценариев и управлением аппаратными платформами в локальной сети.</a:t>
            </a:r>
          </a:p>
        </p:txBody>
      </p:sp>
      <p:sp>
        <p:nvSpPr>
          <p:cNvPr id="21" name="extBox 5"/>
          <p:cNvSpPr txBox="1"/>
          <p:nvPr/>
        </p:nvSpPr>
        <p:spPr>
          <a:xfrm>
            <a:off x="7560627" y="317393"/>
            <a:ext cx="46872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</a:t>
            </a:r>
            <a:r>
              <a:rPr lang="en-US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2</a:t>
            </a:r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. КОНКУРЕНТЫ </a:t>
            </a:r>
          </a:p>
          <a:p>
            <a:endParaRPr lang="ru-RU" sz="3500" b="1" dirty="0">
              <a:solidFill>
                <a:schemeClr val="bg1"/>
              </a:solidFill>
              <a:latin typeface="Helvetica Neue" panose="02000503040000020004" pitchFamily="50" charset="-52"/>
              <a:ea typeface="Helvetica" panose="00000500000000000000" pitchFamily="50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35" y="5873431"/>
            <a:ext cx="1118368" cy="83099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81" y="-530874"/>
            <a:ext cx="1630013" cy="1418323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864CD2B-ADC4-A5F4-C345-66749EB90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212005"/>
              </p:ext>
            </p:extLst>
          </p:nvPr>
        </p:nvGraphicFramePr>
        <p:xfrm>
          <a:off x="952500" y="3641390"/>
          <a:ext cx="10488255" cy="2438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651">
                  <a:extLst>
                    <a:ext uri="{9D8B030D-6E8A-4147-A177-3AD203B41FA5}">
                      <a16:colId xmlns:a16="http://schemas.microsoft.com/office/drawing/2014/main" val="235948278"/>
                    </a:ext>
                  </a:extLst>
                </a:gridCol>
                <a:gridCol w="2097651">
                  <a:extLst>
                    <a:ext uri="{9D8B030D-6E8A-4147-A177-3AD203B41FA5}">
                      <a16:colId xmlns:a16="http://schemas.microsoft.com/office/drawing/2014/main" val="451706848"/>
                    </a:ext>
                  </a:extLst>
                </a:gridCol>
                <a:gridCol w="2097651">
                  <a:extLst>
                    <a:ext uri="{9D8B030D-6E8A-4147-A177-3AD203B41FA5}">
                      <a16:colId xmlns:a16="http://schemas.microsoft.com/office/drawing/2014/main" val="4018447192"/>
                    </a:ext>
                  </a:extLst>
                </a:gridCol>
                <a:gridCol w="2097651">
                  <a:extLst>
                    <a:ext uri="{9D8B030D-6E8A-4147-A177-3AD203B41FA5}">
                      <a16:colId xmlns:a16="http://schemas.microsoft.com/office/drawing/2014/main" val="393189085"/>
                    </a:ext>
                  </a:extLst>
                </a:gridCol>
                <a:gridCol w="2097651">
                  <a:extLst>
                    <a:ext uri="{9D8B030D-6E8A-4147-A177-3AD203B41FA5}">
                      <a16:colId xmlns:a16="http://schemas.microsoft.com/office/drawing/2014/main" val="3385501357"/>
                    </a:ext>
                  </a:extLst>
                </a:gridCol>
              </a:tblGrid>
              <a:tr h="49960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Критерий сравнения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1" i="0" u="none" dirty="0" err="1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Friday</a:t>
                      </a:r>
                      <a:endParaRPr lang="ru-RU" sz="900" b="1" i="0" u="none" dirty="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OpenAI / Google (ChatGPT Voice, Gemini Live)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1" i="0" u="none" dirty="0" err="1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Anthropic</a:t>
                      </a: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 (</a:t>
                      </a:r>
                      <a:r>
                        <a:rPr lang="ru-RU" sz="900" b="1" i="0" u="none" dirty="0" err="1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Claude</a:t>
                      </a: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 Computer </a:t>
                      </a:r>
                      <a:r>
                        <a:rPr lang="ru-RU" sz="900" b="1" i="0" u="none" dirty="0" err="1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Use</a:t>
                      </a: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Яндекс / Apple (Алиса, </a:t>
                      </a:r>
                      <a:r>
                        <a:rPr lang="ru-RU" sz="900" b="1" i="0" u="none" dirty="0" err="1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Siri</a:t>
                      </a:r>
                      <a:r>
                        <a:rPr lang="ru-RU" sz="900" b="1" i="0" u="none" dirty="0">
                          <a:solidFill>
                            <a:schemeClr val="bg1"/>
                          </a:solidFill>
                          <a:effectLst/>
                          <a:latin typeface="Helvetica Neue" panose="02000503040000020004" pitchFamily="50" charset="-52"/>
                        </a:rPr>
                        <a:t>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8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950884"/>
                  </a:ext>
                </a:extLst>
              </a:tr>
              <a:tr h="35172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Речевой диалог реального времени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285717"/>
                  </a:ext>
                </a:extLst>
              </a:tr>
              <a:tr h="49960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Прямое управление процессами ОС Windows</a:t>
                      </a:r>
                      <a:r>
                        <a:rPr lang="en-GB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/Android</a:t>
                      </a:r>
                      <a:endParaRPr lang="ru-RU" sz="900" b="0" i="0" u="none" dirty="0">
                        <a:solidFill>
                          <a:srgbClr val="498BCD"/>
                        </a:solidFill>
                        <a:effectLst/>
                        <a:latin typeface="Helvetica Neue" panose="02000503040000020004" pitchFamily="50" charset="-52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770572"/>
                  </a:ext>
                </a:extLst>
              </a:tr>
              <a:tr h="49960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Интеграция с кастомными роботами по сети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94962"/>
                  </a:ext>
                </a:extLst>
              </a:tr>
              <a:tr h="49960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Готовый интерфейс без сложной настройки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Нет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ru-RU" sz="900" b="0" i="0" u="none" dirty="0">
                          <a:solidFill>
                            <a:srgbClr val="498BCD"/>
                          </a:solidFill>
                          <a:effectLst/>
                          <a:latin typeface="Helvetica Neue" panose="02000503040000020004" pitchFamily="50" charset="-52"/>
                        </a:rPr>
                        <a:t>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458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" y="0"/>
            <a:ext cx="12190354" cy="6858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939" y="4064231"/>
            <a:ext cx="1816939" cy="1716809"/>
          </a:xfrm>
          <a:prstGeom prst="rect">
            <a:avLst/>
          </a:prstGeom>
        </p:spPr>
      </p:pic>
      <p:sp>
        <p:nvSpPr>
          <p:cNvPr id="19" name="Прямоугольник: скругленные углы 18"/>
          <p:cNvSpPr/>
          <p:nvPr/>
        </p:nvSpPr>
        <p:spPr>
          <a:xfrm>
            <a:off x="5181600" y="1352185"/>
            <a:ext cx="6386513" cy="2248374"/>
          </a:xfrm>
          <a:prstGeom prst="roundRect">
            <a:avLst>
              <a:gd name="adj" fmla="val 44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/>
          <p:cNvSpPr/>
          <p:nvPr/>
        </p:nvSpPr>
        <p:spPr>
          <a:xfrm>
            <a:off x="5181601" y="3836782"/>
            <a:ext cx="5770880" cy="2724355"/>
          </a:xfrm>
          <a:prstGeom prst="roundRect">
            <a:avLst>
              <a:gd name="adj" fmla="val 44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903" y="5609176"/>
            <a:ext cx="663303" cy="9519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09080" y="1331511"/>
            <a:ext cx="5792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>
                <a:solidFill>
                  <a:srgbClr val="498BCD"/>
                </a:solidFill>
                <a:latin typeface="Helvetica Neue" panose="02000503040000020004" pitchFamily="50" charset="-52"/>
              </a:rPr>
              <a:t>63% пользователей ИИ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предпочитают голосовое взаимодействие по данным Google.</a:t>
            </a:r>
          </a:p>
          <a:p>
            <a:pPr lvl="0"/>
            <a:r>
              <a:rPr lang="ru-RU" b="1" dirty="0">
                <a:solidFill>
                  <a:srgbClr val="498BCD"/>
                </a:solidFill>
                <a:latin typeface="Helvetica Neue" panose="02000503040000020004" pitchFamily="50" charset="-52"/>
              </a:rPr>
              <a:t>46% пользователей голосовых систем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отмечают невозможность выполнения сложных задач по исследованию PwC.</a:t>
            </a:r>
          </a:p>
          <a:p>
            <a:pPr lvl="0"/>
            <a:r>
              <a:rPr lang="ru-RU" b="1" dirty="0">
                <a:solidFill>
                  <a:srgbClr val="498BCD"/>
                </a:solidFill>
                <a:latin typeface="Helvetica Neue" panose="02000503040000020004" pitchFamily="50" charset="-52"/>
              </a:rPr>
              <a:t>47 млн разработчиков в мире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нуждаются в открытых инструментах управления рабочим окружением.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9080" y="3836782"/>
            <a:ext cx="54614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>
                <a:solidFill>
                  <a:srgbClr val="498BCD"/>
                </a:solidFill>
                <a:latin typeface="Helvetica Neue" panose="02000503040000020004" pitchFamily="50" charset="-52"/>
              </a:rPr>
              <a:t>Каналы дистрибуции: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Публикация в открытых репозиториях </a:t>
            </a:r>
            <a:r>
              <a:rPr lang="ru-RU" dirty="0" err="1">
                <a:solidFill>
                  <a:srgbClr val="498BCD"/>
                </a:solidFill>
                <a:latin typeface="Helvetica Neue" panose="02000503040000020004" pitchFamily="50" charset="-52"/>
              </a:rPr>
              <a:t>GitHub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, релиз на Product </a:t>
            </a:r>
            <a:r>
              <a:rPr lang="ru-RU" dirty="0" err="1">
                <a:solidFill>
                  <a:srgbClr val="498BCD"/>
                </a:solidFill>
                <a:latin typeface="Helvetica Neue" panose="02000503040000020004" pitchFamily="50" charset="-52"/>
              </a:rPr>
              <a:t>Hunt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и в профильных инженерных сообществах.</a:t>
            </a:r>
          </a:p>
          <a:p>
            <a:pPr lvl="0"/>
            <a:r>
              <a:rPr lang="ru-RU" b="1" dirty="0">
                <a:solidFill>
                  <a:srgbClr val="498BCD"/>
                </a:solidFill>
                <a:latin typeface="Helvetica Neue" panose="02000503040000020004" pitchFamily="50" charset="-52"/>
              </a:rPr>
              <a:t>Целевой профиль: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Специалисты и студенты технических направлений, использующие рабочие связки Windows и </a:t>
            </a:r>
            <a:r>
              <a:rPr lang="ru-RU" dirty="0" err="1">
                <a:solidFill>
                  <a:srgbClr val="498BCD"/>
                </a:solidFill>
                <a:latin typeface="Helvetica Neue" panose="02000503040000020004" pitchFamily="50" charset="-52"/>
              </a:rPr>
              <a:t>Android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.</a:t>
            </a:r>
          </a:p>
          <a:p>
            <a:pPr lvl="0"/>
            <a:r>
              <a:rPr lang="ru-RU" b="1" dirty="0">
                <a:solidFill>
                  <a:srgbClr val="498BCD"/>
                </a:solidFill>
                <a:latin typeface="Helvetica Neue" panose="02000503040000020004" pitchFamily="50" charset="-52"/>
              </a:rPr>
              <a:t>Модель монетизации:</a:t>
            </a:r>
            <a:r>
              <a:rPr lang="ru-RU" dirty="0">
                <a:solidFill>
                  <a:srgbClr val="498BCD"/>
                </a:solidFill>
                <a:latin typeface="Helvetica Neue" panose="02000503040000020004" pitchFamily="50" charset="-52"/>
              </a:rPr>
              <a:t> Полностью бесплатный доступ для пользователей с монетизацией через партнерские сервисы и рекламные интеграции.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4934994"/>
            <a:ext cx="4033456" cy="1638857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" y="3139164"/>
            <a:ext cx="4033456" cy="1638857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8" y="1358838"/>
            <a:ext cx="4033456" cy="1623353"/>
          </a:xfrm>
          <a:prstGeom prst="rect">
            <a:avLst/>
          </a:prstGeom>
        </p:spPr>
      </p:pic>
      <p:sp>
        <p:nvSpPr>
          <p:cNvPr id="26" name="Прямоугольник: скругленные углы 25"/>
          <p:cNvSpPr/>
          <p:nvPr/>
        </p:nvSpPr>
        <p:spPr>
          <a:xfrm>
            <a:off x="793301" y="1556935"/>
            <a:ext cx="879289" cy="359495"/>
          </a:xfrm>
          <a:prstGeom prst="roundRect">
            <a:avLst>
              <a:gd name="adj" fmla="val 18501"/>
            </a:avLst>
          </a:prstGeom>
          <a:solidFill>
            <a:srgbClr val="355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5180" y="1536627"/>
            <a:ext cx="748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TAM</a:t>
            </a:r>
            <a:endParaRPr lang="ru-RU" sz="2000" b="1" dirty="0">
              <a:solidFill>
                <a:schemeClr val="bg1"/>
              </a:solidFill>
              <a:latin typeface="Helvetica Neue" panose="02000503040000020004" pitchFamily="50" charset="-52"/>
              <a:ea typeface="Helvetica" panose="00000500000000000000" pitchFamily="50" charset="0"/>
            </a:endParaRPr>
          </a:p>
        </p:txBody>
      </p:sp>
      <p:sp>
        <p:nvSpPr>
          <p:cNvPr id="30" name="Прямоугольник: скругленные углы 29"/>
          <p:cNvSpPr/>
          <p:nvPr/>
        </p:nvSpPr>
        <p:spPr>
          <a:xfrm>
            <a:off x="793301" y="3330256"/>
            <a:ext cx="879289" cy="359495"/>
          </a:xfrm>
          <a:prstGeom prst="roundRect">
            <a:avLst>
              <a:gd name="adj" fmla="val 18501"/>
            </a:avLst>
          </a:prstGeom>
          <a:solidFill>
            <a:srgbClr val="049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5180" y="3309948"/>
            <a:ext cx="879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SAM</a:t>
            </a:r>
            <a:endParaRPr lang="ru-RU" sz="2000" b="1" dirty="0">
              <a:solidFill>
                <a:schemeClr val="bg1"/>
              </a:solidFill>
              <a:latin typeface="Helvetica Neue" panose="02000503040000020004" pitchFamily="50" charset="-52"/>
              <a:ea typeface="Helvetica" panose="00000500000000000000" pitchFamily="50" charset="0"/>
            </a:endParaRPr>
          </a:p>
        </p:txBody>
      </p:sp>
      <p:sp>
        <p:nvSpPr>
          <p:cNvPr id="32" name="Прямоугольник: скругленные углы 31"/>
          <p:cNvSpPr/>
          <p:nvPr/>
        </p:nvSpPr>
        <p:spPr>
          <a:xfrm>
            <a:off x="793301" y="5132946"/>
            <a:ext cx="879289" cy="359495"/>
          </a:xfrm>
          <a:prstGeom prst="roundRect">
            <a:avLst>
              <a:gd name="adj" fmla="val 18501"/>
            </a:avLst>
          </a:prstGeom>
          <a:solidFill>
            <a:srgbClr val="355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5180" y="5112638"/>
            <a:ext cx="879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SOM</a:t>
            </a:r>
            <a:endParaRPr lang="ru-RU" sz="2000" b="1" dirty="0">
              <a:solidFill>
                <a:schemeClr val="bg1"/>
              </a:solidFill>
              <a:latin typeface="Helvetica Neue" panose="02000503040000020004" pitchFamily="50" charset="-52"/>
              <a:ea typeface="Helvetica" panose="00000500000000000000" pitchFamily="50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7470" y="3675931"/>
            <a:ext cx="35165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190 млн человек.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501" y="5469429"/>
            <a:ext cx="435782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100 тыс. человек.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126" y="5733827"/>
            <a:ext cx="38810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Целевой объем ранних пользователей на </a:t>
            </a:r>
            <a:r>
              <a:rPr lang="ru-RU" sz="1650" dirty="0" err="1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GitHub</a:t>
            </a:r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 и открытых платформах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9970" y="6253290"/>
            <a:ext cx="4914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04</a:t>
            </a:r>
          </a:p>
        </p:txBody>
      </p:sp>
      <p:sp>
        <p:nvSpPr>
          <p:cNvPr id="43" name="extBox 5"/>
          <p:cNvSpPr txBox="1"/>
          <p:nvPr/>
        </p:nvSpPr>
        <p:spPr>
          <a:xfrm>
            <a:off x="9028314" y="317393"/>
            <a:ext cx="32195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</a:t>
            </a:r>
            <a:r>
              <a:rPr lang="en-US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3</a:t>
            </a:r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. РЫНОК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603" y="-323046"/>
            <a:ext cx="1442981" cy="1214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092A45-DCE7-3C32-9D2C-BAC870A26682}"/>
              </a:ext>
            </a:extLst>
          </p:cNvPr>
          <p:cNvSpPr txBox="1"/>
          <p:nvPr/>
        </p:nvSpPr>
        <p:spPr>
          <a:xfrm>
            <a:off x="677470" y="1870271"/>
            <a:ext cx="342491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630 млн человек.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F769D-BEB2-F939-F733-9651CFED6FF2}"/>
              </a:ext>
            </a:extLst>
          </p:cNvPr>
          <p:cNvSpPr txBox="1"/>
          <p:nvPr/>
        </p:nvSpPr>
        <p:spPr>
          <a:xfrm>
            <a:off x="656189" y="2142066"/>
            <a:ext cx="390234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Пользователи, которые ежедневно общаются с ИИ голосом (63% от миллиардной аудитории Gemini).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22B5F-E658-ED16-A25D-204B12BB8057}"/>
              </a:ext>
            </a:extLst>
          </p:cNvPr>
          <p:cNvSpPr txBox="1"/>
          <p:nvPr/>
        </p:nvSpPr>
        <p:spPr>
          <a:xfrm>
            <a:off x="656068" y="3950804"/>
            <a:ext cx="387028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50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Мировое сообщество профессиональных разработчиков и инженеров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" y="0"/>
            <a:ext cx="12190354" cy="6858000"/>
          </a:xfrm>
          <a:prstGeom prst="rect">
            <a:avLst/>
          </a:prstGeom>
        </p:spPr>
      </p:pic>
      <p:sp>
        <p:nvSpPr>
          <p:cNvPr id="3" name="extBox 5"/>
          <p:cNvSpPr txBox="1"/>
          <p:nvPr/>
        </p:nvSpPr>
        <p:spPr>
          <a:xfrm>
            <a:off x="4581427" y="317393"/>
            <a:ext cx="727749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</a:t>
            </a:r>
            <a:r>
              <a:rPr lang="en-US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4</a:t>
            </a:r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. ПРЕДЛАГАЕМОЕ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9970" y="6253290"/>
            <a:ext cx="4914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05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" y="5799699"/>
            <a:ext cx="1187581" cy="950488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101" y="1369621"/>
            <a:ext cx="1403638" cy="1749799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545" y="-111760"/>
            <a:ext cx="4897749" cy="7294880"/>
          </a:xfrm>
          <a:prstGeom prst="rect">
            <a:avLst/>
          </a:prstGeom>
        </p:spPr>
      </p:pic>
      <p:sp>
        <p:nvSpPr>
          <p:cNvPr id="7" name="Прямоугольник: скругленные углы 6"/>
          <p:cNvSpPr/>
          <p:nvPr/>
        </p:nvSpPr>
        <p:spPr>
          <a:xfrm>
            <a:off x="6476756" y="1105343"/>
            <a:ext cx="5535669" cy="2592700"/>
          </a:xfrm>
          <a:prstGeom prst="roundRect">
            <a:avLst>
              <a:gd name="adj" fmla="val 5490"/>
            </a:avLst>
          </a:prstGeom>
          <a:solidFill>
            <a:srgbClr val="355DA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/>
          <p:cNvSpPr/>
          <p:nvPr/>
        </p:nvSpPr>
        <p:spPr>
          <a:xfrm>
            <a:off x="6695467" y="1343365"/>
            <a:ext cx="4769039" cy="415498"/>
          </a:xfrm>
          <a:prstGeom prst="roundRect">
            <a:avLst>
              <a:gd name="adj" fmla="val 18501"/>
            </a:avLst>
          </a:prstGeom>
          <a:solidFill>
            <a:srgbClr val="355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5467" y="1366448"/>
            <a:ext cx="3526835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5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Что нужно сделать (</a:t>
            </a:r>
            <a:r>
              <a:rPr lang="ru-RU" sz="1850" b="1" dirty="0" err="1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Бекэнд</a:t>
            </a:r>
            <a:r>
              <a:rPr lang="ru-RU" sz="185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644" y="1815939"/>
            <a:ext cx="52482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400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Трехуровневая модель агентов: 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Речевой агент (Live) для мгновенного диалога, Исполнительный мозг (Flash) для сетевой </a:t>
            </a:r>
            <a:r>
              <a:rPr lang="ru-RU" sz="1400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оркестрации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 и Зрительный агент для автономного управления GUI (Computer </a:t>
            </a:r>
            <a:r>
              <a:rPr lang="ru-RU" sz="1400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Use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).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Специализация ролей: 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Разделение логики на быстрые локальные фасадные триггеры, глубокое системное администрирование и визуальный анализ интерфейса по скриншотам.</a:t>
            </a:r>
          </a:p>
        </p:txBody>
      </p:sp>
      <p:sp>
        <p:nvSpPr>
          <p:cNvPr id="19" name="Прямоугольник: скругленные углы 18"/>
          <p:cNvSpPr/>
          <p:nvPr/>
        </p:nvSpPr>
        <p:spPr>
          <a:xfrm>
            <a:off x="6476756" y="3863117"/>
            <a:ext cx="5596933" cy="2409094"/>
          </a:xfrm>
          <a:prstGeom prst="roundRect">
            <a:avLst>
              <a:gd name="adj" fmla="val 4985"/>
            </a:avLst>
          </a:prstGeom>
          <a:solidFill>
            <a:srgbClr val="00A0C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: скругленные углы 19"/>
          <p:cNvSpPr/>
          <p:nvPr/>
        </p:nvSpPr>
        <p:spPr>
          <a:xfrm>
            <a:off x="6695468" y="3977093"/>
            <a:ext cx="4427557" cy="415498"/>
          </a:xfrm>
          <a:prstGeom prst="roundRect">
            <a:avLst>
              <a:gd name="adj" fmla="val 18501"/>
            </a:avLst>
          </a:prstGeom>
          <a:solidFill>
            <a:srgbClr val="049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95468" y="4000176"/>
            <a:ext cx="4294585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5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Что нужно сделать (</a:t>
            </a:r>
            <a:r>
              <a:rPr lang="ru-RU" sz="1850" b="1" dirty="0" err="1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Фронтэнд</a:t>
            </a:r>
            <a:r>
              <a:rPr lang="ru-RU" sz="185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80" y="4453632"/>
            <a:ext cx="49459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400" b="1" dirty="0">
                <a:solidFill>
                  <a:schemeClr val="bg1"/>
                </a:solidFill>
                <a:latin typeface="Helvetica Neue" panose="02000503040000020004" pitchFamily="50" charset="-52"/>
              </a:rPr>
              <a:t>Инфраструктура клиентов: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 Нативные приложения под Windows (C#), </a:t>
            </a:r>
            <a:r>
              <a:rPr lang="ru-RU" sz="1400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Android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 (Java), Web и Raspberry </a:t>
            </a:r>
            <a:r>
              <a:rPr lang="ru-RU" sz="1400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Pi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 с прямым исполнением низкоуровневых команд сервера.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Физический узел: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 Автономный робот-</a:t>
            </a:r>
            <a:r>
              <a:rPr lang="ru-RU" sz="1400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гексапод</a:t>
            </a:r>
            <a:r>
              <a:rPr lang="ru-RU" sz="1400" dirty="0">
                <a:solidFill>
                  <a:schemeClr val="bg1"/>
                </a:solidFill>
                <a:latin typeface="Helvetica Neue" panose="02000503040000020004" pitchFamily="50" charset="-52"/>
              </a:rPr>
              <a:t>, выступающий мобильным клиентом с микрофоном, аудиосистемой и камерой для ориентации в пространстве.</a:t>
            </a:r>
          </a:p>
        </p:txBody>
      </p:sp>
      <p:sp>
        <p:nvSpPr>
          <p:cNvPr id="31" name="Прямоугольник: скругленные углы 30"/>
          <p:cNvSpPr/>
          <p:nvPr/>
        </p:nvSpPr>
        <p:spPr>
          <a:xfrm>
            <a:off x="474038" y="1105343"/>
            <a:ext cx="5535669" cy="5563445"/>
          </a:xfrm>
          <a:prstGeom prst="roundRect">
            <a:avLst>
              <a:gd name="adj" fmla="val 301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8907D6F-2C49-A1B1-2B92-83A5AA932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975" y="1176077"/>
            <a:ext cx="4598250" cy="53362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" y="0"/>
            <a:ext cx="12188238" cy="6858000"/>
          </a:xfrm>
          <a:prstGeom prst="rect">
            <a:avLst/>
          </a:prstGeom>
        </p:spPr>
      </p:pic>
      <p:sp>
        <p:nvSpPr>
          <p:cNvPr id="5" name="extBox 5"/>
          <p:cNvSpPr txBox="1"/>
          <p:nvPr/>
        </p:nvSpPr>
        <p:spPr>
          <a:xfrm>
            <a:off x="4804912" y="317393"/>
            <a:ext cx="70540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</a:t>
            </a:r>
            <a:r>
              <a:rPr lang="en-US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5</a:t>
            </a:r>
            <a:r>
              <a:rPr lang="ru-RU" sz="35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. Финансовая модель MVP и обоснование затрат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9970" y="6253290"/>
            <a:ext cx="4914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06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136" y="4552545"/>
            <a:ext cx="1455237" cy="1421345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577" y="5828645"/>
            <a:ext cx="642183" cy="632394"/>
          </a:xfrm>
          <a:prstGeom prst="rect">
            <a:avLst/>
          </a:prstGeom>
        </p:spPr>
      </p:pic>
      <p:sp>
        <p:nvSpPr>
          <p:cNvPr id="11" name="Прямоугольник: скругленные углы 10"/>
          <p:cNvSpPr/>
          <p:nvPr/>
        </p:nvSpPr>
        <p:spPr>
          <a:xfrm>
            <a:off x="529605" y="1787869"/>
            <a:ext cx="10089512" cy="4673170"/>
          </a:xfrm>
          <a:prstGeom prst="roundRect">
            <a:avLst>
              <a:gd name="adj" fmla="val 4310"/>
            </a:avLst>
          </a:prstGeom>
          <a:solidFill>
            <a:srgbClr val="355DA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622296" y="1905505"/>
            <a:ext cx="982429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b="1" dirty="0">
                <a:solidFill>
                  <a:schemeClr val="bg1"/>
                </a:solidFill>
                <a:latin typeface="Helvetica Neue" panose="02000503040000020004"/>
              </a:rPr>
              <a:t>Запрос инвестиций (Стартовый капитал):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Helvetica Neue" panose="02000503040000020004"/>
              </a:rPr>
              <a:t>32 000 рублей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 для сборки и тестирования работающего прототипа (MVP) в течение года.</a:t>
            </a:r>
            <a:endParaRPr lang="en-US" sz="2400" dirty="0">
              <a:solidFill>
                <a:schemeClr val="bg1"/>
              </a:solidFill>
              <a:latin typeface="Helvetica Neue" panose="02000503040000020004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Helvetica Neue" panose="02000503040000020004"/>
            </a:endParaRPr>
          </a:p>
          <a:p>
            <a:pPr lvl="0"/>
            <a:r>
              <a:rPr lang="ru-RU" sz="2400" b="1" dirty="0">
                <a:solidFill>
                  <a:schemeClr val="bg1"/>
                </a:solidFill>
                <a:latin typeface="Helvetica Neue" panose="02000503040000020004"/>
              </a:rPr>
              <a:t>Оборудование (20 000 руб.):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 Вычислительный модуль (</a:t>
            </a:r>
            <a:r>
              <a:rPr lang="ru-RU" sz="2400" dirty="0" err="1">
                <a:solidFill>
                  <a:schemeClr val="bg1"/>
                </a:solidFill>
                <a:latin typeface="Helvetica Neue" panose="02000503040000020004"/>
              </a:rPr>
              <a:t>Raspberry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Helvetica Neue" panose="02000503040000020004"/>
              </a:rPr>
              <a:t>Pi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), исполнительные механизмы (18 сервоприводов для </a:t>
            </a:r>
            <a:r>
              <a:rPr lang="ru-RU" sz="2400" dirty="0" err="1">
                <a:solidFill>
                  <a:schemeClr val="bg1"/>
                </a:solidFill>
                <a:latin typeface="Helvetica Neue" panose="02000503040000020004"/>
              </a:rPr>
              <a:t>хексопода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), периферия (камера, микрофон, колонка) и автономное питание.</a:t>
            </a:r>
            <a:endParaRPr lang="en-US" sz="2400" dirty="0">
              <a:solidFill>
                <a:schemeClr val="bg1"/>
              </a:solidFill>
              <a:latin typeface="Helvetica Neue" panose="02000503040000020004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Helvetica Neue" panose="02000503040000020004"/>
            </a:endParaRPr>
          </a:p>
          <a:p>
            <a:pPr lvl="0"/>
            <a:r>
              <a:rPr lang="ru-RU" sz="2400" b="1" dirty="0">
                <a:solidFill>
                  <a:schemeClr val="bg1"/>
                </a:solidFill>
                <a:latin typeface="Helvetica Neue" panose="02000503040000020004"/>
              </a:rPr>
              <a:t>Инфраструктура (12 000 руб.):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 Аренда удаленного сервера (1 000 руб./мес) на 12 месяцев для размещения </a:t>
            </a:r>
            <a:r>
              <a:rPr lang="ru-RU" sz="2400" dirty="0" err="1">
                <a:solidFill>
                  <a:schemeClr val="bg1"/>
                </a:solidFill>
                <a:latin typeface="Helvetica Neue" panose="02000503040000020004"/>
              </a:rPr>
              <a:t>бекэнд</a:t>
            </a:r>
            <a:r>
              <a:rPr lang="ru-RU" sz="2400" dirty="0">
                <a:solidFill>
                  <a:schemeClr val="bg1"/>
                </a:solidFill>
                <a:latin typeface="Helvetica Neue" panose="02000503040000020004"/>
              </a:rPr>
              <a:t> части системы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806" y="217567"/>
            <a:ext cx="806050" cy="6957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0011" y="2534182"/>
            <a:ext cx="654302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700" b="1" dirty="0">
                <a:solidFill>
                  <a:schemeClr val="bg1"/>
                </a:solidFill>
                <a:latin typeface="Helvetica Neue" panose="02000503040000020004" pitchFamily="50" charset="-52"/>
                <a:ea typeface="Helvetica" panose="00000500000000000000" pitchFamily="50" charset="0"/>
              </a:rPr>
              <a:t>Спасибо за внимание!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581" y="4330683"/>
            <a:ext cx="51328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Friday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  <a:t> — распределенная </a:t>
            </a:r>
            <a:r>
              <a:rPr lang="ru-RU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мультиагентная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  <a:t> экосистема голосового ассистента.</a:t>
            </a:r>
          </a:p>
          <a:p>
            <a:r>
              <a:rPr lang="ru-RU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Сайт проекта: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  <a:t> friday-assistant.ru</a:t>
            </a:r>
            <a:b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</a:br>
            <a:r>
              <a:rPr lang="ru-RU" b="1" dirty="0">
                <a:solidFill>
                  <a:schemeClr val="bg1"/>
                </a:solidFill>
                <a:latin typeface="Helvetica Neue" panose="02000503040000020004" pitchFamily="50" charset="-52"/>
              </a:rPr>
              <a:t>Лидер команды: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  <a:t> Цыганов Кирилл Андреевич</a:t>
            </a:r>
            <a:b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</a:br>
            <a:r>
              <a:rPr lang="ru-RU" b="1" dirty="0">
                <a:solidFill>
                  <a:schemeClr val="bg1"/>
                </a:solidFill>
                <a:latin typeface="Helvetica Neue" panose="02000503040000020004" pitchFamily="50" charset="-52"/>
              </a:rPr>
              <a:t>Почта: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  <a:t> 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kirill.tsyganov@gmail.com</a:t>
            </a:r>
            <a:b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</a:br>
            <a:r>
              <a:rPr lang="ru-RU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Телефон:</a:t>
            </a:r>
            <a:r>
              <a:rPr lang="ru-RU" dirty="0">
                <a:solidFill>
                  <a:schemeClr val="bg1"/>
                </a:solidFill>
                <a:latin typeface="Helvetica Neue" panose="02000503040000020004" pitchFamily="50" charset="-52"/>
              </a:rPr>
              <a:t> +7 (999) 804-37-38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038" y="-205244"/>
            <a:ext cx="3436073" cy="2815704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120" y="4507353"/>
            <a:ext cx="962496" cy="1130252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594" y="6609491"/>
            <a:ext cx="1695141" cy="1174545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05685">
            <a:off x="6787782" y="3693884"/>
            <a:ext cx="570513" cy="565137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781" y="-184269"/>
            <a:ext cx="763869" cy="809109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152" y="6405302"/>
            <a:ext cx="1172230" cy="89826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88" y="-567745"/>
            <a:ext cx="8382900" cy="10150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673</Words>
  <Application>Microsoft Office PowerPoint</Application>
  <PresentationFormat>Широкоэкранный</PresentationFormat>
  <Paragraphs>78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 Neue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ASUS</dc:creator>
  <cp:lastModifiedBy>Кирилл Цыганов</cp:lastModifiedBy>
  <cp:revision>42</cp:revision>
  <dcterms:created xsi:type="dcterms:W3CDTF">2026-08-21T06:39:00Z</dcterms:created>
  <dcterms:modified xsi:type="dcterms:W3CDTF">2026-10-07T19:21:59Z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8B8CBB8C87B54E47B0A1080330F645BA_13</vt:lpwstr>
  </property>
</Properties>
</file>